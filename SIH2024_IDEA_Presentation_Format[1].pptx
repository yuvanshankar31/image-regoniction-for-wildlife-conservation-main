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8/22/2024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8/22/2024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statista.com/topics/974/agriculture/" TargetMode="External"/><Relationship Id="rId7" Type="http://schemas.openxmlformats.org/officeDocument/2006/relationships/hyperlink" Target="https://www.unep.org/resources/report/sustainable-agricultur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inbase.com/learn/crypto-basics/how-blockchain-works" TargetMode="External"/><Relationship Id="rId5" Type="http://schemas.openxmlformats.org/officeDocument/2006/relationships/hyperlink" Target="https://www.mckinsey.com/business-functions/mckinsey-digital/our-insights/ai-in-agriculture" TargetMode="External"/><Relationship Id="rId4" Type="http://schemas.openxmlformats.org/officeDocument/2006/relationships/hyperlink" Target="https://www.fao.org/contract-farming/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04248" y="207645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35987" y="35682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37686" y="-651904"/>
            <a:ext cx="10363200" cy="207645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3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298" y="1253134"/>
            <a:ext cx="9537308" cy="517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1640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Assured Contract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000" i="0" dirty="0">
                <a:solidFill>
                  <a:srgbClr val="212529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Farming System for Stable Market Access.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Agriculture, Food Tech and Rural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Techno Trailblazers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4006" y="0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C:\Users\Admin\Pictures\Sri_Eshwar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4" y="0"/>
            <a:ext cx="2085900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95911" y="-600534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34344" y="1175665"/>
            <a:ext cx="12191999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1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Proposed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Crop Contracts: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Fixed prices stabilize farmer income.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Input Supply: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High-quality, tailored seeds and inputs.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Technical Support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Risk Management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 Crop insurance for disaster protection.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Quality Monitoring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 Tech-based tracking and inspections.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Payments: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Secure transactions via Google Pay, Stripe, PayPal.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Stability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: Fixed prices and reduce market risk.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Productivity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: Improved inputs and support boost yield.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Security 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Insurance and timely payments protect farmers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Innovation and Uniqueness: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Predictive analytics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for yields and trends.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Blockchain 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Secure contract management.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Weather API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 Real-time weather updates.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Agriculture Data API: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Market trends and crop recommendations.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i="1" dirty="0">
                <a:latin typeface="Arial" pitchFamily="34" charset="0"/>
                <a:cs typeface="Arial" pitchFamily="34" charset="0"/>
              </a:rPr>
              <a:t>Google Maps API: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Farm mapping, shipment tracking, route optimization.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4809836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Sri </a:t>
            </a:r>
            <a:r>
              <a:rPr lang="en-US" dirty="0" err="1">
                <a:solidFill>
                  <a:schemeClr val="bg1"/>
                </a:solidFill>
              </a:rPr>
              <a:t>Eshwar</a:t>
            </a:r>
            <a:r>
              <a:rPr lang="en-US" dirty="0">
                <a:solidFill>
                  <a:schemeClr val="bg1"/>
                </a:solidFill>
              </a:rPr>
              <a:t> College of Engineering 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5424" y="26590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12469-0E5B-6E9C-B2B0-6275C977320C}"/>
              </a:ext>
            </a:extLst>
          </p:cNvPr>
          <p:cNvSpPr txBox="1"/>
          <p:nvPr/>
        </p:nvSpPr>
        <p:spPr>
          <a:xfrm>
            <a:off x="-1" y="104252"/>
            <a:ext cx="4178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 Trailblazers </a:t>
            </a:r>
            <a:endParaRPr lang="en-IN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37FC90-A5A6-1510-4C9E-3BACFBE87EF1}"/>
              </a:ext>
            </a:extLst>
          </p:cNvPr>
          <p:cNvSpPr txBox="1"/>
          <p:nvPr/>
        </p:nvSpPr>
        <p:spPr>
          <a:xfrm>
            <a:off x="157314" y="601127"/>
            <a:ext cx="104418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Contract farming is an arrangement where buyers and farmers agree on the production and supply of agricultural products, often at predetermined prices.</a:t>
            </a:r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86EB46-EE26-9B1A-A680-317C1E775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865" y="1730784"/>
            <a:ext cx="3295669" cy="32956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81780" y="8745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4809836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Sri </a:t>
            </a:r>
            <a:r>
              <a:rPr lang="en-US" dirty="0" err="1">
                <a:solidFill>
                  <a:schemeClr val="bg1"/>
                </a:solidFill>
              </a:rPr>
              <a:t>Eshwar</a:t>
            </a:r>
            <a:r>
              <a:rPr lang="en-US" dirty="0">
                <a:solidFill>
                  <a:schemeClr val="bg1"/>
                </a:solidFill>
              </a:rPr>
              <a:t> College of Engineering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68A65-398B-E0F7-24C6-80CDEFD5DCC6}"/>
              </a:ext>
            </a:extLst>
          </p:cNvPr>
          <p:cNvSpPr txBox="1"/>
          <p:nvPr/>
        </p:nvSpPr>
        <p:spPr>
          <a:xfrm>
            <a:off x="-1" y="8137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 Trailblazers 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E5151-DEEB-67C0-AAC1-DC1D37C68270}"/>
              </a:ext>
            </a:extLst>
          </p:cNvPr>
          <p:cNvSpPr txBox="1"/>
          <p:nvPr/>
        </p:nvSpPr>
        <p:spPr>
          <a:xfrm>
            <a:off x="294968" y="1095375"/>
            <a:ext cx="121919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Technologies to be Used: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Languages: Flutter, Python, JavaScript, HTML/CSS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APIs: Weather, Agriculture Data, Payment Gateway, Google Maps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Database: PostgreSQL/SQLite </a:t>
            </a:r>
          </a:p>
          <a:p>
            <a:endParaRPr lang="en-IN" sz="2400" dirty="0"/>
          </a:p>
          <a:p>
            <a:r>
              <a:rPr lang="en-IN" sz="2400" b="1" dirty="0"/>
              <a:t>Methodology and Process: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Design: Create wireframes and flow charts to plan user interfaces and system interactions.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Development: </a:t>
            </a:r>
          </a:p>
          <a:p>
            <a:r>
              <a:rPr lang="en-IN" sz="2400" dirty="0"/>
              <a:t>          Frontend: Flutter, HTML/CSS </a:t>
            </a:r>
          </a:p>
          <a:p>
            <a:r>
              <a:rPr lang="en-IN" sz="2400" dirty="0"/>
              <a:t>          Backend: Python, API integration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Testing: Unit tests, integration tests, user feedback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Deployment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Monitoring: Track with Google Analytics, perform updates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39212" y="1055967"/>
            <a:ext cx="12565627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Feasibility: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Smart Tech</a:t>
            </a:r>
            <a:r>
              <a:rPr lang="en-US" sz="2000" dirty="0"/>
              <a:t>: AI insights, blockchain contracts.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Market Demand</a:t>
            </a:r>
            <a:r>
              <a:rPr lang="en-US" sz="2000" dirty="0"/>
              <a:t>: Fits rising need for digital farming.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Secure Payments</a:t>
            </a:r>
            <a:r>
              <a:rPr lang="en-US" sz="2000" dirty="0"/>
              <a:t>: Automated, reliable transactions.</a:t>
            </a:r>
          </a:p>
          <a:p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4809836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Sri </a:t>
            </a:r>
            <a:r>
              <a:rPr lang="en-US" dirty="0" err="1">
                <a:solidFill>
                  <a:schemeClr val="bg1"/>
                </a:solidFill>
              </a:rPr>
              <a:t>Eshwar</a:t>
            </a:r>
            <a:r>
              <a:rPr lang="en-US" dirty="0">
                <a:solidFill>
                  <a:schemeClr val="bg1"/>
                </a:solidFill>
              </a:rPr>
              <a:t> College of Engineering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8C159-9BC0-B934-1F2D-6882CAEB45AA}"/>
              </a:ext>
            </a:extLst>
          </p:cNvPr>
          <p:cNvSpPr txBox="1"/>
          <p:nvPr/>
        </p:nvSpPr>
        <p:spPr>
          <a:xfrm>
            <a:off x="0" y="8024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 Trailblazers </a:t>
            </a:r>
            <a:endParaRPr lang="en-IN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CE9355-836E-6420-5753-BE24EF977276}"/>
              </a:ext>
            </a:extLst>
          </p:cNvPr>
          <p:cNvSpPr txBox="1"/>
          <p:nvPr/>
        </p:nvSpPr>
        <p:spPr>
          <a:xfrm>
            <a:off x="339212" y="4332601"/>
            <a:ext cx="890311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Overcoming Strategies: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Real-time Analytics</a:t>
            </a:r>
            <a:r>
              <a:rPr lang="en-US" sz="2000" dirty="0"/>
              <a:t>: Use AI for dynamic market predictions and pricing.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Quality Assurance Tools</a:t>
            </a:r>
            <a:r>
              <a:rPr lang="en-US" sz="2000" dirty="0"/>
              <a:t>: Implement pre-delivery quality checks and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Automated Payments</a:t>
            </a:r>
            <a:r>
              <a:rPr lang="en-US" sz="2000" dirty="0"/>
              <a:t>: Blockchain ensures instant and secure transactions.</a:t>
            </a:r>
            <a:endParaRPr lang="en-US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8038EA5-FC26-1AD0-3766-5524F2153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212" y="2733015"/>
            <a:ext cx="90660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Challenges &amp; Risks: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Market Fluctuations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Variable pricing and shifting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Quality Non-Compliance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Risk of produce being rejected due to stringent standards.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Payment Bottlenecks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Potential delays in processing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36944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57980" y="1400393"/>
            <a:ext cx="11773388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Impact: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Farmer Empowerment</a:t>
            </a:r>
            <a:r>
              <a:rPr lang="en-US" sz="2400" dirty="0"/>
              <a:t>: Better market access and income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Market Transparency</a:t>
            </a:r>
            <a:r>
              <a:rPr lang="en-US" sz="2400" dirty="0"/>
              <a:t>: Fair, clear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Operational Efficiency</a:t>
            </a:r>
            <a:r>
              <a:rPr lang="en-US" sz="2400" dirty="0"/>
              <a:t>: Streamlined contracts and payments.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Innovation Boost</a:t>
            </a:r>
            <a:r>
              <a:rPr lang="en-US" sz="2400" dirty="0"/>
              <a:t>: Encourages tech adoption in farming.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4809836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Sri </a:t>
            </a:r>
            <a:r>
              <a:rPr lang="en-US" dirty="0" err="1">
                <a:solidFill>
                  <a:schemeClr val="bg1"/>
                </a:solidFill>
              </a:rPr>
              <a:t>Eshwar</a:t>
            </a:r>
            <a:r>
              <a:rPr lang="en-US" dirty="0">
                <a:solidFill>
                  <a:schemeClr val="bg1"/>
                </a:solidFill>
              </a:rPr>
              <a:t> College of Engineering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C83BF-CC67-AD6A-4230-BEC3A9BDDBCB}"/>
              </a:ext>
            </a:extLst>
          </p:cNvPr>
          <p:cNvSpPr txBox="1"/>
          <p:nvPr/>
        </p:nvSpPr>
        <p:spPr>
          <a:xfrm>
            <a:off x="0" y="8137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 Trailblazers 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AE10A-1C97-7057-8923-A2E8DD350110}"/>
              </a:ext>
            </a:extLst>
          </p:cNvPr>
          <p:cNvSpPr txBox="1"/>
          <p:nvPr/>
        </p:nvSpPr>
        <p:spPr>
          <a:xfrm>
            <a:off x="557980" y="3570884"/>
            <a:ext cx="1102441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Social</a:t>
            </a:r>
            <a:r>
              <a:rPr lang="en-US" sz="2400" dirty="0"/>
              <a:t>: Strengthens communities and enhances food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Economic</a:t>
            </a:r>
            <a:r>
              <a:rPr lang="en-US" sz="2400" dirty="0"/>
              <a:t>: Predictable income and optimized market dynamics.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Environmental</a:t>
            </a:r>
            <a:r>
              <a:rPr lang="en-US" sz="2400" dirty="0"/>
              <a:t>: Supports sustainable practices and efficient resource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Knowledge Sharing</a:t>
            </a:r>
            <a:r>
              <a:rPr lang="en-US" sz="2400" dirty="0"/>
              <a:t>: Improves farming practices through data insights.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86988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8315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30161" y="1554511"/>
            <a:ext cx="13617678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400" b="1" dirty="0"/>
              <a:t>Market Research: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Agricultural Trends: </a:t>
            </a:r>
            <a:r>
              <a:rPr lang="en-IN" sz="2000" dirty="0">
                <a:hlinkClick r:id="rId3"/>
              </a:rPr>
              <a:t>Statista - Agriculture Insights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Contract Farming: </a:t>
            </a:r>
            <a:r>
              <a:rPr lang="en-IN" sz="2000" dirty="0">
                <a:hlinkClick r:id="rId4"/>
              </a:rPr>
              <a:t>FAO - Contract Farming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400" b="1" dirty="0"/>
              <a:t>Technology: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AI in Agriculture: </a:t>
            </a:r>
            <a:r>
              <a:rPr lang="en-IN" sz="2000" dirty="0">
                <a:hlinkClick r:id="rId5"/>
              </a:rPr>
              <a:t>McKinsey - AI for Farming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Blockchain Payments: </a:t>
            </a:r>
            <a:r>
              <a:rPr lang="en-US" sz="2000" dirty="0">
                <a:hlinkClick r:id="rId6"/>
              </a:rPr>
              <a:t>Coinbase - How Blockchain Works</a:t>
            </a:r>
            <a:endParaRPr lang="en-IN" sz="2000" dirty="0"/>
          </a:p>
          <a:p>
            <a:endParaRPr lang="en-IN" sz="2000" dirty="0"/>
          </a:p>
          <a:p>
            <a:r>
              <a:rPr lang="en-IN" sz="2400" b="1" dirty="0"/>
              <a:t>Environment: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Sustainable Farming: </a:t>
            </a:r>
            <a:r>
              <a:rPr lang="en-IN" sz="2000" dirty="0">
                <a:hlinkClick r:id="rId7"/>
              </a:rPr>
              <a:t>UNEP - Sustainable Agriculture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56044"/>
            <a:ext cx="4809836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Sri </a:t>
            </a:r>
            <a:r>
              <a:rPr lang="en-US" dirty="0" err="1">
                <a:solidFill>
                  <a:schemeClr val="bg1"/>
                </a:solidFill>
              </a:rPr>
              <a:t>Eshwar</a:t>
            </a:r>
            <a:r>
              <a:rPr lang="en-US" dirty="0">
                <a:solidFill>
                  <a:schemeClr val="bg1"/>
                </a:solidFill>
              </a:rPr>
              <a:t> College of Engineering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DD224-CC46-A14D-DEC3-3916060BB6B0}"/>
              </a:ext>
            </a:extLst>
          </p:cNvPr>
          <p:cNvSpPr txBox="1"/>
          <p:nvPr/>
        </p:nvSpPr>
        <p:spPr>
          <a:xfrm>
            <a:off x="0" y="9048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 Trailblazers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7698</TotalTime>
  <Words>589</Words>
  <Application>Microsoft Office PowerPoint</Application>
  <PresentationFormat>Widescreen</PresentationFormat>
  <Paragraphs>103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Naveena N</cp:lastModifiedBy>
  <cp:revision>150</cp:revision>
  <dcterms:created xsi:type="dcterms:W3CDTF">2013-12-12T18:46:50Z</dcterms:created>
  <dcterms:modified xsi:type="dcterms:W3CDTF">2024-08-22T16:44:01Z</dcterms:modified>
</cp:coreProperties>
</file>